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>
        <p:scale>
          <a:sx n="132" d="100"/>
          <a:sy n="132" d="100"/>
        </p:scale>
        <p:origin x="12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ADBFC-1CF5-6F48-B033-37EFE200DE5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FC1-D6C6-7547-89A6-DCF567FB3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2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ADBFC-1CF5-6F48-B033-37EFE200DE5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FC1-D6C6-7547-89A6-DCF567FB3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9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ADBFC-1CF5-6F48-B033-37EFE200DE5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FC1-D6C6-7547-89A6-DCF567FB3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0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ADBFC-1CF5-6F48-B033-37EFE200DE58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FC1-D6C6-7547-89A6-DCF567FB3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83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ADBFC-1CF5-6F48-B033-37EFE200DE58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FC1-D6C6-7547-89A6-DCF567FB3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96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ADBFC-1CF5-6F48-B033-37EFE200DE58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FC1-D6C6-7547-89A6-DCF567FB3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4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ADBFC-1CF5-6F48-B033-37EFE200DE58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FC1-D6C6-7547-89A6-DCF567FB3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06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ADBFC-1CF5-6F48-B033-37EFE200DE58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FC1-D6C6-7547-89A6-DCF567FB3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0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ADBFC-1CF5-6F48-B033-37EFE200DE58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FC1-D6C6-7547-89A6-DCF567FB3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3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ADBFC-1CF5-6F48-B033-37EFE200DE5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FC1-D6C6-7547-89A6-DCF567FB3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456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ADBFC-1CF5-6F48-B033-37EFE200DE5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FC1-D6C6-7547-89A6-DCF567FB3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63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AADBFC-1CF5-6F48-B033-37EFE200DE58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D96FC1-D6C6-7547-89A6-DCF567FB3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30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62676BEA-FDC8-BA7D-905E-3D74E683416F}"/>
              </a:ext>
            </a:extLst>
          </p:cNvPr>
          <p:cNvGrpSpPr/>
          <p:nvPr/>
        </p:nvGrpSpPr>
        <p:grpSpPr>
          <a:xfrm>
            <a:off x="131381" y="174182"/>
            <a:ext cx="8823435" cy="1770231"/>
            <a:chOff x="131381" y="174182"/>
            <a:chExt cx="8823435" cy="1770231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22168A6E-D41E-A140-7E02-1DBB6CA7BC38}"/>
                </a:ext>
              </a:extLst>
            </p:cNvPr>
            <p:cNvSpPr/>
            <p:nvPr/>
          </p:nvSpPr>
          <p:spPr>
            <a:xfrm>
              <a:off x="1515160" y="178675"/>
              <a:ext cx="1417225" cy="1765738"/>
            </a:xfrm>
            <a:prstGeom prst="roundRect">
              <a:avLst>
                <a:gd name="adj" fmla="val 2705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350" dirty="0">
                  <a:solidFill>
                    <a:sysClr val="windowText" lastClr="000000"/>
                  </a:solidFill>
                </a:rPr>
                <a:t> (Frozen)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93B0E89-94D3-2FD3-EA57-E548DB07A23B}"/>
                </a:ext>
              </a:extLst>
            </p:cNvPr>
            <p:cNvGrpSpPr/>
            <p:nvPr/>
          </p:nvGrpSpPr>
          <p:grpSpPr>
            <a:xfrm>
              <a:off x="131381" y="621788"/>
              <a:ext cx="1192924" cy="1129205"/>
              <a:chOff x="141891" y="144846"/>
              <a:chExt cx="1192924" cy="1129205"/>
            </a:xfrm>
          </p:grpSpPr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92F179DD-2708-0D2F-C6AB-CE0DB9F357D0}"/>
                  </a:ext>
                </a:extLst>
              </p:cNvPr>
              <p:cNvSpPr/>
              <p:nvPr/>
            </p:nvSpPr>
            <p:spPr>
              <a:xfrm>
                <a:off x="141891" y="144846"/>
                <a:ext cx="1192924" cy="1129205"/>
              </a:xfrm>
              <a:prstGeom prst="roundRect">
                <a:avLst>
                  <a:gd name="adj" fmla="val 2705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350" dirty="0">
                    <a:solidFill>
                      <a:sysClr val="windowText" lastClr="000000"/>
                    </a:solidFill>
                  </a:rPr>
                  <a:t>Input</a:t>
                </a:r>
              </a:p>
            </p:txBody>
          </p:sp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F3482E7-5BCD-9140-4000-953BFA3F2DF2}"/>
                  </a:ext>
                </a:extLst>
              </p:cNvPr>
              <p:cNvSpPr/>
              <p:nvPr/>
            </p:nvSpPr>
            <p:spPr>
              <a:xfrm>
                <a:off x="245324" y="530364"/>
                <a:ext cx="986058" cy="505307"/>
              </a:xfrm>
              <a:prstGeom prst="roundRect">
                <a:avLst/>
              </a:prstGeom>
              <a:solidFill>
                <a:schemeClr val="tx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>
                    <a:solidFill>
                      <a:schemeClr val="bg1"/>
                    </a:solidFill>
                  </a:rPr>
                  <a:t>x (claim)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08A0F96-C3AF-5E85-F2A1-32089DDA88DA}"/>
                </a:ext>
              </a:extLst>
            </p:cNvPr>
            <p:cNvGrpSpPr/>
            <p:nvPr/>
          </p:nvGrpSpPr>
          <p:grpSpPr>
            <a:xfrm>
              <a:off x="1618594" y="523531"/>
              <a:ext cx="1192924" cy="1306286"/>
              <a:chOff x="1618594" y="103118"/>
              <a:chExt cx="1192924" cy="1306286"/>
            </a:xfrm>
            <a:solidFill>
              <a:schemeClr val="tx2"/>
            </a:solidFill>
          </p:grpSpPr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FECD5444-31A3-1D2A-2E87-9EC1CBF378DB}"/>
                  </a:ext>
                </a:extLst>
              </p:cNvPr>
              <p:cNvSpPr/>
              <p:nvPr/>
            </p:nvSpPr>
            <p:spPr>
              <a:xfrm>
                <a:off x="1618594" y="103118"/>
                <a:ext cx="1192924" cy="518982"/>
              </a:xfrm>
              <a:prstGeom prst="roundRect">
                <a:avLst>
                  <a:gd name="adj" fmla="val 2705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350" dirty="0">
                    <a:solidFill>
                      <a:schemeClr val="bg1"/>
                    </a:solidFill>
                  </a:rPr>
                  <a:t>Shared Encoder</a:t>
                </a:r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1ECF6E3A-9691-ECFD-133F-BED5D8A100D0}"/>
                  </a:ext>
                </a:extLst>
              </p:cNvPr>
              <p:cNvSpPr/>
              <p:nvPr/>
            </p:nvSpPr>
            <p:spPr>
              <a:xfrm>
                <a:off x="1618594" y="890422"/>
                <a:ext cx="1192924" cy="518982"/>
              </a:xfrm>
              <a:prstGeom prst="roundRect">
                <a:avLst>
                  <a:gd name="adj" fmla="val 12831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50" dirty="0">
                    <a:solidFill>
                      <a:schemeClr val="bg1"/>
                    </a:solidFill>
                  </a:rPr>
                  <a:t>f(x)</a:t>
                </a:r>
              </a:p>
            </p:txBody>
          </p:sp>
        </p:grpSp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8293BF62-3B0E-17B3-8B3E-E32DCC6D85B8}"/>
                </a:ext>
              </a:extLst>
            </p:cNvPr>
            <p:cNvCxnSpPr>
              <a:cxnSpLocks/>
              <a:stCxn id="4" idx="3"/>
              <a:endCxn id="9" idx="1"/>
            </p:cNvCxnSpPr>
            <p:nvPr/>
          </p:nvCxnSpPr>
          <p:spPr>
            <a:xfrm flipV="1">
              <a:off x="1220872" y="783022"/>
              <a:ext cx="397722" cy="476938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D77031C-338B-FC85-9244-1179F8F9395A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>
            <a:xfrm>
              <a:off x="2215056" y="1042513"/>
              <a:ext cx="0" cy="268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Rounded Rectangle 26">
                  <a:extLst>
                    <a:ext uri="{FF2B5EF4-FFF2-40B4-BE49-F238E27FC236}">
                      <a16:creationId xmlns:a16="http://schemas.microsoft.com/office/drawing/2014/main" id="{CA385B7B-59AC-E49E-D82A-AAAF7FA4A18A}"/>
                    </a:ext>
                  </a:extLst>
                </p:cNvPr>
                <p:cNvSpPr/>
                <p:nvPr/>
              </p:nvSpPr>
              <p:spPr>
                <a:xfrm>
                  <a:off x="3123240" y="178675"/>
                  <a:ext cx="1816622" cy="1765738"/>
                </a:xfrm>
                <a:prstGeom prst="roundRect">
                  <a:avLst>
                    <a:gd name="adj" fmla="val 2705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35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a14:m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 (Router)</a:t>
                  </a:r>
                </a:p>
              </p:txBody>
            </p:sp>
          </mc:Choice>
          <mc:Fallback>
            <p:sp>
              <p:nvSpPr>
                <p:cNvPr id="27" name="Rounded Rectangle 26">
                  <a:extLst>
                    <a:ext uri="{FF2B5EF4-FFF2-40B4-BE49-F238E27FC236}">
                      <a16:creationId xmlns:a16="http://schemas.microsoft.com/office/drawing/2014/main" id="{CA385B7B-59AC-E49E-D82A-AAAF7FA4A1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3240" y="178675"/>
                  <a:ext cx="1816622" cy="1765738"/>
                </a:xfrm>
                <a:prstGeom prst="roundRect">
                  <a:avLst>
                    <a:gd name="adj" fmla="val 2705"/>
                  </a:avLst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Rounded Rectangle 27">
                  <a:extLst>
                    <a:ext uri="{FF2B5EF4-FFF2-40B4-BE49-F238E27FC236}">
                      <a16:creationId xmlns:a16="http://schemas.microsoft.com/office/drawing/2014/main" id="{EF071DF4-8D40-1C02-1032-B3272B6F8F5C}"/>
                    </a:ext>
                  </a:extLst>
                </p:cNvPr>
                <p:cNvSpPr/>
                <p:nvPr/>
              </p:nvSpPr>
              <p:spPr>
                <a:xfrm>
                  <a:off x="3220522" y="523531"/>
                  <a:ext cx="1582706" cy="464744"/>
                </a:xfrm>
                <a:prstGeom prst="roundRect">
                  <a:avLst>
                    <a:gd name="adj" fmla="val 13061"/>
                  </a:avLst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𝐵𝐶𝐸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28" name="Rounded Rectangle 27">
                  <a:extLst>
                    <a:ext uri="{FF2B5EF4-FFF2-40B4-BE49-F238E27FC236}">
                      <a16:creationId xmlns:a16="http://schemas.microsoft.com/office/drawing/2014/main" id="{EF071DF4-8D40-1C02-1032-B3272B6F8F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0522" y="523531"/>
                  <a:ext cx="1582706" cy="464744"/>
                </a:xfrm>
                <a:prstGeom prst="roundRect">
                  <a:avLst>
                    <a:gd name="adj" fmla="val 13061"/>
                  </a:avLst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3E552486-93E9-AED7-34DE-D2124D2C4436}"/>
                </a:ext>
              </a:extLst>
            </p:cNvPr>
            <p:cNvCxnSpPr>
              <a:cxnSpLocks/>
              <a:stCxn id="10" idx="3"/>
              <a:endCxn id="28" idx="1"/>
            </p:cNvCxnSpPr>
            <p:nvPr/>
          </p:nvCxnSpPr>
          <p:spPr>
            <a:xfrm flipV="1">
              <a:off x="2811518" y="755903"/>
              <a:ext cx="409004" cy="814423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4A8B382-229D-D06B-05C6-D4D1E8B334E0}"/>
                </a:ext>
              </a:extLst>
            </p:cNvPr>
            <p:cNvCxnSpPr>
              <a:cxnSpLocks/>
              <a:stCxn id="28" idx="2"/>
              <a:endCxn id="33" idx="0"/>
            </p:cNvCxnSpPr>
            <p:nvPr/>
          </p:nvCxnSpPr>
          <p:spPr>
            <a:xfrm flipH="1">
              <a:off x="4010531" y="988275"/>
              <a:ext cx="1344" cy="46432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Rounded Rectangle 30">
                  <a:extLst>
                    <a:ext uri="{FF2B5EF4-FFF2-40B4-BE49-F238E27FC236}">
                      <a16:creationId xmlns:a16="http://schemas.microsoft.com/office/drawing/2014/main" id="{BF76242D-02D9-985C-6030-A31E7B214DD1}"/>
                    </a:ext>
                  </a:extLst>
                </p:cNvPr>
                <p:cNvSpPr/>
                <p:nvPr/>
              </p:nvSpPr>
              <p:spPr>
                <a:xfrm>
                  <a:off x="3220522" y="1078463"/>
                  <a:ext cx="1582706" cy="254668"/>
                </a:xfrm>
                <a:prstGeom prst="roundRect">
                  <a:avLst>
                    <a:gd name="adj" fmla="val 17823"/>
                  </a:avLst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31" name="Rounded Rectangle 30">
                  <a:extLst>
                    <a:ext uri="{FF2B5EF4-FFF2-40B4-BE49-F238E27FC236}">
                      <a16:creationId xmlns:a16="http://schemas.microsoft.com/office/drawing/2014/main" id="{BF76242D-02D9-985C-6030-A31E7B214D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0522" y="1078463"/>
                  <a:ext cx="1582706" cy="254668"/>
                </a:xfrm>
                <a:prstGeom prst="roundRect">
                  <a:avLst>
                    <a:gd name="adj" fmla="val 17823"/>
                  </a:avLst>
                </a:prstGeom>
                <a:blipFill>
                  <a:blip r:embed="rId4"/>
                  <a:stretch>
                    <a:fillRect b="-909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39FB6C4E-B8BA-2FAA-4497-5B90E0360E3A}"/>
                </a:ext>
              </a:extLst>
            </p:cNvPr>
            <p:cNvSpPr/>
            <p:nvPr/>
          </p:nvSpPr>
          <p:spPr>
            <a:xfrm>
              <a:off x="3219178" y="1452601"/>
              <a:ext cx="1582706" cy="377216"/>
            </a:xfrm>
            <a:prstGeom prst="roundRect">
              <a:avLst>
                <a:gd name="adj" fmla="val 1036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Gumbel </a:t>
              </a:r>
              <a:r>
                <a:rPr lang="en-US" sz="1200" dirty="0" err="1">
                  <a:solidFill>
                    <a:schemeClr val="bg1"/>
                  </a:solidFill>
                </a:rPr>
                <a:t>Softmax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615775AB-3C2E-F61B-5886-B8AF231F5D34}"/>
                </a:ext>
              </a:extLst>
            </p:cNvPr>
            <p:cNvSpPr/>
            <p:nvPr/>
          </p:nvSpPr>
          <p:spPr>
            <a:xfrm>
              <a:off x="5130717" y="174182"/>
              <a:ext cx="1816622" cy="1765738"/>
            </a:xfrm>
            <a:prstGeom prst="roundRect">
              <a:avLst>
                <a:gd name="adj" fmla="val 2705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350" dirty="0">
                  <a:solidFill>
                    <a:sysClr val="windowText" lastClr="000000"/>
                  </a:solidFill>
                </a:rPr>
                <a:t>Stage Costs</a:t>
              </a:r>
            </a:p>
            <a:p>
              <a:pPr algn="ctr"/>
              <a:endParaRPr lang="en-US" sz="13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BF0B070C-B1DA-5132-CE7C-2BFFE91EA14D}"/>
                </a:ext>
              </a:extLst>
            </p:cNvPr>
            <p:cNvSpPr/>
            <p:nvPr/>
          </p:nvSpPr>
          <p:spPr>
            <a:xfrm>
              <a:off x="7138194" y="174182"/>
              <a:ext cx="1816622" cy="1765738"/>
            </a:xfrm>
            <a:prstGeom prst="roundRect">
              <a:avLst>
                <a:gd name="adj" fmla="val 2705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350" dirty="0">
                  <a:solidFill>
                    <a:sysClr val="windowText" lastClr="000000"/>
                  </a:solidFill>
                </a:rPr>
                <a:t>System Loss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Rounded Rectangle 44">
                  <a:extLst>
                    <a:ext uri="{FF2B5EF4-FFF2-40B4-BE49-F238E27FC236}">
                      <a16:creationId xmlns:a16="http://schemas.microsoft.com/office/drawing/2014/main" id="{A1265B88-BF4B-59EF-C519-CD05FD680E3C}"/>
                    </a:ext>
                  </a:extLst>
                </p:cNvPr>
                <p:cNvSpPr/>
                <p:nvPr/>
              </p:nvSpPr>
              <p:spPr>
                <a:xfrm>
                  <a:off x="5401094" y="1228664"/>
                  <a:ext cx="1275868" cy="518982"/>
                </a:xfrm>
                <a:prstGeom prst="roundRect">
                  <a:avLst>
                    <a:gd name="adj" fmla="val 12831"/>
                  </a:avLst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𝐴𝐼</m:t>
                        </m:r>
                        <m:r>
                          <a:rPr lang="en-US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𝑊𝑟𝑜𝑛𝑔</m:t>
                        </m:r>
                        <m:r>
                          <a:rPr lang="en-US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9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45" name="Rounded Rectangle 44">
                  <a:extLst>
                    <a:ext uri="{FF2B5EF4-FFF2-40B4-BE49-F238E27FC236}">
                      <a16:creationId xmlns:a16="http://schemas.microsoft.com/office/drawing/2014/main" id="{A1265B88-BF4B-59EF-C519-CD05FD680E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1094" y="1228664"/>
                  <a:ext cx="1275868" cy="518982"/>
                </a:xfrm>
                <a:prstGeom prst="roundRect">
                  <a:avLst>
                    <a:gd name="adj" fmla="val 12831"/>
                  </a:avLst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Elbow Connector 51">
              <a:extLst>
                <a:ext uri="{FF2B5EF4-FFF2-40B4-BE49-F238E27FC236}">
                  <a16:creationId xmlns:a16="http://schemas.microsoft.com/office/drawing/2014/main" id="{344A95F1-5C5D-207B-180B-976EFA9EC9C4}"/>
                </a:ext>
              </a:extLst>
            </p:cNvPr>
            <p:cNvCxnSpPr>
              <a:cxnSpLocks/>
              <a:stCxn id="10" idx="2"/>
              <a:endCxn id="45" idx="2"/>
            </p:cNvCxnSpPr>
            <p:nvPr/>
          </p:nvCxnSpPr>
          <p:spPr>
            <a:xfrm rot="5400000" flipH="1" flipV="1">
              <a:off x="4085956" y="-123254"/>
              <a:ext cx="82171" cy="3823972"/>
            </a:xfrm>
            <a:prstGeom prst="bentConnector3">
              <a:avLst>
                <a:gd name="adj1" fmla="val -2782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Rounded Rectangle 52">
                  <a:extLst>
                    <a:ext uri="{FF2B5EF4-FFF2-40B4-BE49-F238E27FC236}">
                      <a16:creationId xmlns:a16="http://schemas.microsoft.com/office/drawing/2014/main" id="{01660496-8FAD-0847-D0FE-4DDA085D6736}"/>
                    </a:ext>
                  </a:extLst>
                </p:cNvPr>
                <p:cNvSpPr/>
                <p:nvPr/>
              </p:nvSpPr>
              <p:spPr>
                <a:xfrm>
                  <a:off x="5382951" y="523531"/>
                  <a:ext cx="1275868" cy="518982"/>
                </a:xfrm>
                <a:prstGeom prst="roundRect">
                  <a:avLst>
                    <a:gd name="adj" fmla="val 12831"/>
                  </a:avLst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⋅(1−</m:t>
                        </m:r>
                        <m:sSub>
                          <m:sSubPr>
                            <m:ctrlP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9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3" name="Rounded Rectangle 52">
                  <a:extLst>
                    <a:ext uri="{FF2B5EF4-FFF2-40B4-BE49-F238E27FC236}">
                      <a16:creationId xmlns:a16="http://schemas.microsoft.com/office/drawing/2014/main" id="{01660496-8FAD-0847-D0FE-4DDA085D67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2951" y="523531"/>
                  <a:ext cx="1275868" cy="518982"/>
                </a:xfrm>
                <a:prstGeom prst="roundRect">
                  <a:avLst>
                    <a:gd name="adj" fmla="val 12831"/>
                  </a:avLst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245E9203-FB9A-725E-02D8-244C0DBE8E4B}"/>
                    </a:ext>
                  </a:extLst>
                </p:cNvPr>
                <p:cNvSpPr/>
                <p:nvPr/>
              </p:nvSpPr>
              <p:spPr>
                <a:xfrm>
                  <a:off x="7239887" y="712944"/>
                  <a:ext cx="1613236" cy="846537"/>
                </a:xfrm>
                <a:prstGeom prst="roundRect">
                  <a:avLst>
                    <a:gd name="adj" fmla="val 12831"/>
                  </a:avLst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𝑠𝑦𝑠𝑡𝑒𝑚</m:t>
                            </m:r>
                          </m:sub>
                        </m:sSub>
                        <m:r>
                          <a:rPr lang="en-US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d>
                          <m:dPr>
                            <m:ctrlP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sz="9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9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b>
                                <m:r>
                                  <a:rPr lang="en-US" sz="9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9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9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sz="9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9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sz="9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9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59" name="Rounded Rectangle 58">
                  <a:extLst>
                    <a:ext uri="{FF2B5EF4-FFF2-40B4-BE49-F238E27FC236}">
                      <a16:creationId xmlns:a16="http://schemas.microsoft.com/office/drawing/2014/main" id="{245E9203-FB9A-725E-02D8-244C0DBE8E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887" y="712944"/>
                  <a:ext cx="1613236" cy="846537"/>
                </a:xfrm>
                <a:prstGeom prst="roundRect">
                  <a:avLst>
                    <a:gd name="adj" fmla="val 12831"/>
                  </a:avLst>
                </a:prstGeom>
                <a:blipFill>
                  <a:blip r:embed="rId7"/>
                  <a:stretch>
                    <a:fillRect t="-19403" b="-5970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6B571111-37E7-0C76-F448-D8D91CE47A40}"/>
                </a:ext>
              </a:extLst>
            </p:cNvPr>
            <p:cNvCxnSpPr>
              <a:cxnSpLocks/>
              <a:stCxn id="53" idx="3"/>
              <a:endCxn id="59" idx="1"/>
            </p:cNvCxnSpPr>
            <p:nvPr/>
          </p:nvCxnSpPr>
          <p:spPr>
            <a:xfrm>
              <a:off x="6658819" y="783022"/>
              <a:ext cx="581068" cy="353191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Elbow Connector 65">
              <a:extLst>
                <a:ext uri="{FF2B5EF4-FFF2-40B4-BE49-F238E27FC236}">
                  <a16:creationId xmlns:a16="http://schemas.microsoft.com/office/drawing/2014/main" id="{DFDE3F85-A951-BCD5-9300-564BC5BCE125}"/>
                </a:ext>
              </a:extLst>
            </p:cNvPr>
            <p:cNvCxnSpPr>
              <a:stCxn id="45" idx="3"/>
              <a:endCxn id="59" idx="1"/>
            </p:cNvCxnSpPr>
            <p:nvPr/>
          </p:nvCxnSpPr>
          <p:spPr>
            <a:xfrm flipV="1">
              <a:off x="6676962" y="1136213"/>
              <a:ext cx="562925" cy="351942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Elbow Connector 67">
              <a:extLst>
                <a:ext uri="{FF2B5EF4-FFF2-40B4-BE49-F238E27FC236}">
                  <a16:creationId xmlns:a16="http://schemas.microsoft.com/office/drawing/2014/main" id="{266C892A-0B63-3B0F-6AC2-D965C4E0B306}"/>
                </a:ext>
              </a:extLst>
            </p:cNvPr>
            <p:cNvCxnSpPr>
              <a:stCxn id="33" idx="3"/>
              <a:endCxn id="59" idx="1"/>
            </p:cNvCxnSpPr>
            <p:nvPr/>
          </p:nvCxnSpPr>
          <p:spPr>
            <a:xfrm flipV="1">
              <a:off x="4801884" y="1136213"/>
              <a:ext cx="2438003" cy="504996"/>
            </a:xfrm>
            <a:prstGeom prst="bentConnector3">
              <a:avLst>
                <a:gd name="adj1" fmla="val 8546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80426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66</Words>
  <Application>Microsoft Macintosh PowerPoint</Application>
  <PresentationFormat>Letter Paper (8.5x11 in)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Kulkarni</dc:creator>
  <cp:lastModifiedBy>Rohit Kulkarni</cp:lastModifiedBy>
  <cp:revision>1</cp:revision>
  <dcterms:created xsi:type="dcterms:W3CDTF">2026-02-10T01:18:23Z</dcterms:created>
  <dcterms:modified xsi:type="dcterms:W3CDTF">2026-02-10T01:48:05Z</dcterms:modified>
</cp:coreProperties>
</file>